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7dbe54257c94848" /><Relationship Type="http://schemas.openxmlformats.org/package/2006/relationships/metadata/core-properties" Target="/docProps/core.xml" Id="Ra5bf660bbb414f3b" /><Relationship Type="http://schemas.openxmlformats.org/officeDocument/2006/relationships/extended-properties" Target="/docProps/app.xml" Id="R57b0d16bffa34f33" /><Relationship Type="http://schemas.openxmlformats.org/officeDocument/2006/relationships/custom-properties" Target="/docProps/custom.xml" Id="Re6574b4880d84e6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a4906dda48e34b1a"/>
    <p:sldId id="257" r:id="R71a575b2b5a042fd"/>
    <p:sldId id="258" r:id="Rd34bf3c3ffd2456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a4906dda48e34b1a" /><Relationship Type="http://schemas.openxmlformats.org/officeDocument/2006/relationships/slide" Target="/ppt/slides/slide2.xml" Id="R71a575b2b5a042fd" /><Relationship Type="http://schemas.openxmlformats.org/officeDocument/2006/relationships/slide" Target="/ppt/slides/slide3.xml" Id="Rd34bf3c3ffd2456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fe332569042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f30eff8fe446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eadc345ee4c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7b6ed026e47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6b68307c2842ae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1e2ce7eb8c8424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85b5575cb46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189ac115549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3909382fd43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62000" y="228600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/>
              <a:t>CampusPulse 校园活动报名系统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762000" y="3302000"/>
            <a:ext cx="10668000" cy="5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/>
              <a:t>基于 Spring Boot + MySQL 的一站式活动管理平台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2" name="TextBox 1"/>
          <p:cNvSpPr txBox="1"/>
          <p:nvPr/>
        </p:nvSpPr>
        <p:spPr>
          <a:xfrm xmlns:a="http://schemas.openxmlformats.org/drawingml/2006/main">
            <a:off x="762000" y="508000"/>
            <a:ext cx="5080000" cy="5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系统架构</a:t>
            </a:r>
          </a:p>
        </p:txBody>
      </p:sp>
      <p:sp>
        <p:nvSpPr>
          <p:cNvPr id="100003" name="TextBox 2"/>
          <p:cNvSpPr txBox="1"/>
          <p:nvPr/>
        </p:nvSpPr>
        <p:spPr>
          <a:xfrm xmlns:a="http://schemas.openxmlformats.org/drawingml/2006/main">
            <a:off x="762000" y="1524000"/>
            <a:ext cx="10668000" cy="2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/>
              <a:t>前端 Vue.js → 后端 Spring Boot → 数据库 MySQL</a:t>
            </a:r>
          </a:p>
          <a:p xmlns:a="http://schemas.openxmlformats.org/drawingml/2006/main">
            <a:r>
              <a:rPr lang="en-US" sz="1800"/>
              <a:t>核心模块：活动管理 / 报名管理 / 签到管理 / 数据统计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4" name="TextBox 1"/>
          <p:cNvSpPr txBox="1"/>
          <p:nvPr/>
        </p:nvSpPr>
        <p:spPr>
          <a:xfrm xmlns:a="http://schemas.openxmlformats.org/drawingml/2006/main">
            <a:off x="762000" y="508000"/>
            <a:ext cx="5080000" cy="5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报名数据统计</a:t>
            </a:r>
          </a:p>
        </p:txBody>
      </p:sp>
      <p:sp>
        <p:nvSpPr>
          <p:cNvPr id="100005" name="TextBox 2"/>
          <p:cNvSpPr txBox="1"/>
          <p:nvPr/>
        </p:nvSpPr>
        <p:spPr>
          <a:xfrm xmlns:a="http://schemas.openxmlformats.org/drawingml/2006/main">
            <a:off x="762000" y="1524000"/>
            <a:ext cx="10668000" cy="3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/>
              <a:t>总报名数：12 | 签到率：91.7%</a:t>
            </a:r>
          </a:p>
          <a:p xmlns:a="http://schemas.openxmlformats.org/drawingml/2006/main">
            <a:r>
              <a:rPr lang="en-US" sz="1800"/>
              <a:t>志愿服务：3/4 到场 (75%)</a:t>
            </a:r>
          </a:p>
          <a:p xmlns:a="http://schemas.openxmlformats.org/drawingml/2006/main">
            <a:r>
              <a:rPr lang="en-US" sz="1800"/>
              <a:t>运动会：4/4 到场 (100%)</a:t>
            </a:r>
          </a:p>
          <a:p xmlns:a="http://schemas.openxmlformats.org/drawingml/2006/main">
            <a:r>
              <a:rPr lang="en-US" sz="1800"/>
              <a:t>学术讲座：2/2 到场 (100%)</a:t>
            </a:r>
          </a:p>
          <a:p xmlns:a="http://schemas.openxmlformats.org/drawingml/2006/main">
            <a:r>
              <a:rPr lang="en-US" sz="1800"/>
              <a:t>社团招新：2/2 到场 (100%)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OfficeCLI/1.0.149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2026-09-12T05:22:29Z</dcterms:created>
  <cp:lastModifiedBy>OfficeCLI</cp:lastModifiedBy>
  <dcterms:modified xsi:type="dcterms:W3CDTF">2026-09-12T05:22:29Z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1.0.149</vt:lpwstr>
  </op:property>
  <op:property fmtid="{D5CDD505-2E9C-101B-9397-08002B2CF9AE}" pid="3" name="OfficeCLI.LastModified">
    <vt:lpwstr xmlns:vt="http://schemas.openxmlformats.org/officeDocument/2006/docPropsVTypes">2026-09-12T05:23:55Z</vt:lpwstr>
  </op:property>
</op:Properties>
</file>